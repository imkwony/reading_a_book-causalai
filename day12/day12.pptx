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515600" cy="18288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4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12 — 식별 알고리즘 II: 알고리즘 완성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515600" cy="1371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책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Causal Artificial Intelligence ·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범위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PDF 193–204쪽 (인쇄 181–192) · 4.4.3절 후반–4.4.6절 ·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수준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입문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한눈에 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 범위가 푸는 문제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어제 만든 도구(c-factor, 세 연산자, q-tree·d-tree)로 식별 가능 여부를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기계적으로 판정하고 식까지 뽑을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수 있는가?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결론 한 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C-INFER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가 q-tree의 잎을 d-tree에서 찾아 맞추고, 하나라도 못 찾으면 FAIL. 이 FAIL은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식별 불가와 동치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(Thm 4.4.4, 4.4.5)이고 시간은 다항식이다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읽고 나면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프론트도어, 식별 불가 예, 관측+실험 혼합 예를 트리로 풀고, 조건부 질의를 Γ 연산자로 바꿔 풀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11에서 이어받은 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c-factor Q[C]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숨은 변수를 합친 덩어리.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c-component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로 쪼개 δ로 곱 분해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세 연산자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Σ(지우기), δ(쪼개기), σ(do 표시 바꾸기).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c-tree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는 그 계산 경로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q-tree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(질의가 필요로 하는 조각)와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d-tree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(자료가 주는 조각), d-tree 확장 우선순위 σ→Σ→δ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오늘의 질문: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알고리즘이 '식별 불가능'이라고 답할 때 그 근거는 무엇인가?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왜 필요한가 — 규칙 탐색에서 계산으로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do-calculus만으로는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규칙의 순서를 사람이 찾아야 하고, 최악에는 지수 시간의 탐색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C-INFER가 주는 것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네 단계를 따라가면 식이 나오거나 FAIL이 나온다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식별 가능성의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판정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과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식 도출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이 한 번에 이루어진다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한 가지 더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관측만 있을 때(obs-ID)뿐 아니라 여러 실험 분포를 섞어도(g-ID), 질의가 조건부일 때도(Γ 연산자) 같은 틀로 푼다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용어 준비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057400"/>
          <a:ext cx="110642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96388"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용어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한 줄 뜻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예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C-INFER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q-tree와 d-tree를 만들어 맞추고 식을 합성하는 알고리즘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알고리즘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MapFactors / ComposeQuery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잎을 맞추는 / 맞춘 경로로 식을 쓰는 단계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알고리즘 6, 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obs-ID / g-ID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관측만으로 / 관측과 실험을 섞어 식별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4.4.4, 4.4.5절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FAIL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필요한 c-factor가 어떤 d-tree에도 없음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Thm 4.4.4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조건부 질의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P(y∣do(x), z)처럼 부분 집단의 효과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4.4.6절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Γ 연산자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조건부 질의를 c-factor 하나로 바꾸는 연산자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Lemma 4.4.6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1 — C-INFER 네 단계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4.4.3절, 알고리즘 5–7 (PDF 192–194)</a:t>
            </a:r>
          </a:p>
        </p:txBody>
      </p:sp>
      <p:pic>
        <p:nvPicPr>
          <p:cNvPr id="5" name="Picture 4" descr="d12_a_cin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186" y="1737360"/>
            <a:ext cx="9003323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1 — 비유로 이해하기: 조립 설명서와 부품 창고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가구 조립 설명서에 필요한 부품 목록이 있고, 창고에는 가진 부품이 있다. 목록의 모든 부품이 창고에 있으면 조립법대로 만들고, 하나라도 없으면 그 가구는 못 만든다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대응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부품 목록 = q-tree의 잎 · 창고 = d-tree · 조립 = ComposeQuery · 부품 없음 = FAIL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핵심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창고가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하나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(관측)여도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여러 개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(관측+실험)여도 같은 방식. 잎마다 다른 창고에서 가져와도 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비유의 한계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부품은 있는데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조립 순서를 모르는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일은 없다. 경로가 곧 조립법이고, 못 만든다는 결론이 완전성 덕분에 "어떤 방법으로도 불가능"으로 확정된다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2 — 합성: 연산자마다 함수가 정해져 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51460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12064"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연산자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경로가 뜻하는 계산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</a:tr>
              <a:tr h="512064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Q[C] = Σ_{c′} Q[T] (C′ 변수를 합산)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δ (쪼개기)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위상 순서의 변수마다 "남은 변수 합 ÷ 자기 포함 합"을 곱한다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12064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δ (합치기)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Q[T] = Q[C₁]···Q[C_k] (그냥 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σ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Q[C∣do(x)] = Q[C∣do(z)] (식은 그대로)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30352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4.4.3.1절 (PDF 193–194, 식 4.194–4.197)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잎에서 뿌리로 이 함수들을 이어 붙이면 질의 식이 완성되고, 마지막에 Σ_{d∖y}를 씌운다 (알고리즘 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수식 풀이 1 — δ 연산자의 비율식 (식 4.195)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28016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cf01472fa5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134" y="1600200"/>
            <a:ext cx="2909252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92608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읽는 법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변수를 위상 순서 T₁&lt;…&lt;T_k로 놓고, C에 속한 각 변수 Tᵢ마다 "뒤쪽을 합산한 것 ÷ 자기부터 합산한 것"을 곱한다. 결국 P(자기∣앞쪽)을 하나씩 뽑아내는 것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냅킨 그래프 (식 4.198–4.200)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C={W,X,Y}, 순서 W&lt;Z&lt;X&lt;Y이면 Q[W,X,Y] = P(w)P(x∣z,w)P(y∣x,z,w)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이어서 Q[Y] = Q[X,Y]/Σ_y Q[X,Y] = Σ_w P(w)P(x∣z,w)P(y∣x,z,w) ÷ Σ_w P(w)P(x∣z,w) (식 4.205)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10의 식 4.130과 같은 식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규칙으로 찾던 냅킨의 식별식이 알고리즘으로 저절로 나온다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3 — obs-ID 예: 프론트도어 그래프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4.4.4절, 예 4.13 (PDF 195–196, 식 4.207–4.212)</a:t>
            </a:r>
          </a:p>
        </p:txBody>
      </p:sp>
      <p:pic>
        <p:nvPicPr>
          <p:cNvPr id="5" name="Picture 4" descr="d12_b_frontd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391" y="1737360"/>
            <a:ext cx="665891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4 — 식별 불가가 나오는 모습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예 4.14 (PDF 197, 그림 4.50)</a:t>
            </a:r>
          </a:p>
        </p:txBody>
      </p:sp>
      <p:pic>
        <p:nvPicPr>
          <p:cNvPr id="5" name="Picture 4" descr="d12_c_f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493" y="1737360"/>
            <a:ext cx="9660708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4 — 식별 불가의 근거: Thm 4.4.4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Theorem 4.4.4 (PDF 197, 식 4.213)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정리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P(y∣do(x))가 P(V)와 G에서 식별 가능 ⇔ C-INFER가 Σ, σ, δ로 매핑을 찾는다. 판정 시간은 O(n²(n+m)) (n=변수 수, m=간선 수)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오늘의 질문의 답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FAIL은 "내 도구가 부족해서"가 아니라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필요한 c-factor가 자료에서 만들어질 수 없다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는 뜻이고, 완전성 덕분에 다른 어떤 방법으로도 불가능하다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do-calculus와의 관계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둘 다 건전하고 완전(Thm 4.3.2, 4.4.4). 차이는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순서를 정해 주는가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. 규칙은 지수 탐색이 될 수 있고 C-INFER는 다항 시간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그래도 남는 일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식별 불가일 때 무엇을 할지는 Day 13 이후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5 — g-ID: 관측과 실험을 섞기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4.4.5절, 예 4.15–4.16 (PDF 198–199, 그림 4.52)</a:t>
            </a:r>
          </a:p>
        </p:txBody>
      </p:sp>
      <p:pic>
        <p:nvPicPr>
          <p:cNvPr id="5" name="Picture 4" descr="d12_d_g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831" y="1737360"/>
            <a:ext cx="9166033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5 — 혼합해도 안 되는 경우, 그리고 Thm 4.4.5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예 4.15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실험 P(V∣do(Z))가 추가되면 Q[Z,X,Y∣do(z)] →δ→ Q[Y∣do(z)] →σ→ Q[Y∣do(x)] 경로가 생겨 P(y∣do(x)) = P(y∣x, do(z)) (식 4.217)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예 4.17 (g-ID 아님)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필요한 Q[Z,Y∣do(x)]가 두 d-tree 어디에도 없다 (그림 4.53)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Thm 4.4.5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실험 모음이 임의여도 식별 가능 ⇔ C-INFER가 Σ, σ, δ로 매핑을 찾는다. 시간 O(n²(n+m)p), p = 분포 수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읽는 법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자료가 늘면 d-tree가 늘고 창고가 커진다. 그래도 FAIL이면 그 자료 모음으로는 불가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6 — 조건부 질의: 왜 새 연산자가 필요한가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4.4.6절, 예 4.18–4.19 (PDF 202–203, 식 4.223–4.235)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조건부 질의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P(y∣do(x), z). 예: 60세 이상에게 운동(do)이 건강에 미치는 효과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순진한 길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정의대로 P(y,z∣do(x)) ÷ P(z∣do(x))로 쓴 뒤 분자를 식별 (식 4.223–4.224)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문제 (예 4.18)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그래프 X→W→Z→Y (숨은 X⇠⇢W, X⇠⇢Y)에서 분자의 Q[W∣do(x)]는 자료로 못 만든다. 그런데 P(y∣do(x),z)는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식별된다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do-calculus로 Σ_w P(y∣z,w)P(w) (식 4.227–4.229)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교훈 (예 4.19)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분자와 분모에서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필요 없는 c-factor가 약분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되어 Q[Y∣do(x)] 하나만 남는다. 이를 체계화한 것이 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6 — Γ 연산자: 필요한 c-factor만 남긴다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Lemma 4.4.6 (PDF 204), 예 4.20</a:t>
            </a:r>
          </a:p>
        </p:txBody>
      </p:sp>
      <p:pic>
        <p:nvPicPr>
          <p:cNvPr id="5" name="Picture 4" descr="d12_e_gam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36" y="1737360"/>
            <a:ext cx="9928623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수식 풀이 2 — Γ 연산자의 변환식 (식 4.236)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28016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0d4b8615fc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8150" y="1600200"/>
            <a:ext cx="356522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92608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A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D = An(Y,W)_{G_X̄}에서, W로 나가는 화살표를 끊은 그래프에 대해 Y와 </a:t>
            </a: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방향에 상관없이 이어진 변수들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분자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A에서 X와 Y를 제외하고 합산. </a:t>
            </a: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분모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X만 남기고 모두 합산(Y 포함) → Y에 대해 합이 1이 되게 하는 정규화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예 4.20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A = {Y}이므로 P(y∣do(x),z) = Q[Y∣do(x)] / Σ_y Q[Y∣do(x)] = Q[Y∣do(x)] (Q[Y∣do(x)]가 이미 Y에 대한 분포)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예 4.21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A = {Y,X}이면 P(y∣do(x),w) = Q[X,Y∣do(x)] / Σ_y Q[X,Y∣do(x)] (식 4.237). 이 예는 PDF 204쪽에서 시작하고 다음 쪽으로 이어진다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흔한 오해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88920"/>
            <a:ext cx="11064240" cy="2011680"/>
          </a:xfrm>
          <a:prstGeom prst="rect">
            <a:avLst/>
          </a:prstGeom>
          <a:noFill/>
        </p:spPr>
        <p:txBody>
          <a:bodyPr wrap="square" anchor="ctr" lIns="457200" rIns="457200" tIns="274320" bIns="274320">
            <a:spAutoFit/>
          </a:bodyPr>
          <a:lstStyle/>
          <a:p>
            <a:pPr algn="l"/>
            <a:r>
              <a:rPr sz="2400" i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❌ "C-INFER가 FAIL이면 더 영리한 알고리즘을 쓰면 풀린다"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640" y="2788920"/>
            <a:ext cx="60000" cy="201168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10642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✅ Thm 4.4.4, 4.4.5: FAIL은 식별 불가와 동치. 같은 자료와 그래프로는 어떤 방법으로도 불가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"조건부 질의는 분자 P(y,z∣do(x))가 식별 불가이면 식별 불가다" → ✅ 예 4.18처럼 약분되어 식별될 수 있다 (Γ 연산자)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"관측과 실험을 섞으면 항상 식별된다" → ✅ 예 4.17처럼 필요한 c-factor가 둘 다에 없으면 g-ID가 아니다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"FAIL이면 효과가 0이다" → ✅ 모른다는 뜻이지 0이 아니다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C-INFER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q-tree 만들기 → d-tree 만들기 → 잎 맞추기 → 식 합성. 짝 없는 잎이 있으면 FAIL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FAIL ⇔ 식별 불가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(Thm 4.4.4, 4.4.5). 시간 O(n²(n+m)) (g-ID는 ×p)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g-ID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잎마다 다른 분포의 d-tree에서 가져와도 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Γ 연산자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조건부 질의를 필요한 c-factor 하나로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다음 날(Day 13): 알고리즘이 FAIL일 때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같은 관측을 내면서 효과가 다른 두 모델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을 보이는 방법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(개념 확인)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C-INFER가 FAIL을 반환하는 조건은?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q-tree의 잎 중 어느 d-tree에서도 찾을 수 없는 c-factor가 있을 때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자료가 관측 분포뿐일 때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그래프에 양방향 화살표가 하나라도 있을 때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d-tree가 너무 커서 시간이 오래 걸릴 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Q1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A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맞나: MapFactors에서 μ(Q[D_j]) = ∅인 잎이 있으면 알고리즘 5의 6–7행이 FAIL을 낸다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B가 틀린 이유: 관측만으로 성공하는 경우가 많다 (프론트도어, 예 4.13)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C가 틀린 이유: 양방향 화살표가 있어도 프론트도어처럼 식별될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D가 틀린 이유: 판정은 O(n²(n+m)) 다항 시간이다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(적용)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예 4.16(그림 4.52)에서 P(y∣do(x))를 계산할 때 각 잎은 어디서 오는가?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Q[Z∣do(x)]는 관측 P(V), Q[Y∣do(x)]는 실험 P(V∣do(z))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둘 다 관측 P(V)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둘 다 실험 P(V∣do(z))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Q[Z∣do(x)]는 실험, Q[Y∣do(x)]는 관측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Q2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A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맞나: Q[Z∣do(x)] = Σ_w P(w)P(z∣x,w)는 P(V)의 d-tree, Q[Y∣do(x)] = P(y∣do(z))는 P(V∣do(z))의 d-tree에서 나온다 (식 4.219–4.221)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B가 틀린 이유: 관측만으로는 Q[Y∣do(x)]를 못 만든다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C가 틀린 이유: P(V∣do(z))에서는 Z 자신이 개입을 받으므로 Q[Z∣do(x)]를 만들 수 없다 (알고리즘 4의 3행)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D가 틀린 이유: 방향이 반대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(오개념 교정)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설명 중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틀린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것은?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FAIL은 정리 4.4.4에 따라 식별 불가와 동치이다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g-ID에서는 잎마다 다른 분포의 d-tree를 쓸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조건부 질의는 분자 P(y,z∣do(x))가 식별 불가이면 항상 식별 불가이다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Γ 연산자는 조건부 질의를 필요한 c-factor로 바꿔 준다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Q3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C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(틀린 설명)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틀렸나: 예 4.18에서 분자는 식별 불가(Q[W∣do(x)] 없음)이지만 분모와 약분되어 질의 P(y∣do(x),z)는 식별된다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A: 맞다 (Thm 4.4.4)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B: 맞다 (예 4.16)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D: 맞다 (Lemma 4.4.6)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