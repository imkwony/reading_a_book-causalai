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10 — 기호 규칙으로 식별하기: do-calculus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166–178쪽 (인쇄 154–166) · 4.3절 Symbolic Identification (4.4절 도입부 포함)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템플릿(백도어·프론트도어)이 맞지 않는 그래프에서도 P(y∣do(x))를 계산할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세 개의 규칙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do가 들어간 식을 do 없는 식으로 바꿀 수 있고, 어떤 효과가 식별 가능하다면 규칙의 연쇄로 반드시 유도된다 (건전성과 완전성)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 규칙을 그래프 조건과 함께 말할 수 있고, 백도어·프론트도어·냅킨 그래프를 규칙으로 유도할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9에서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교란이 모두 관측될 때 Σ P(y∣x,z)P(z)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프론트도어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매개 Z로 숨은 교란을 우회,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백도어를 두 번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적용 (Def 4.2.5)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한계: 템플릿은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그래프 모양에 따라 도구를 골라야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하는 케이스별 방법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규칙 몇 개로 식별 가능한 모든 효과를 도출한다는 말의 의미는?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도구 상자 대신 규칙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템플릿의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새 그래프마다 맞는 도구를 찾아야 하고, 없으면 식별 불가인지 몰라서 막힌다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do-calculus가 주는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그래프의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국소 가정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(부모-자식 관계)을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전역 제약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(먼 변수들 사이의 개입 등식)으로 바꿔 준다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do가 들어간 식을 do 없는 식으로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체계적으로 변형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하는 규칙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 가지 더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관측 자료뿐 아니라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실험 자료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까지 섞어서 질문에 답하는 일에도 쓴다 (4.3.4절)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개입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do(X)를 한 뒤의 그래프. X로 들어오는 화살표를 지움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G에서 X̄를 적용한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규칙 1·2·3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 넣기·빼기 / do와 see 교환 / do 넣기·빼기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Thm 4.3.1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건전성·완전성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규칙이 틀린 등식을 만들지 않음 / 식별 가능하면 반드시 유도됨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Thm 4.3.2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g-식별가능성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관측과 실험 분포 모음에서 효과가 식별되는가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4.3.4절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심슨의 역설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부분 집단과 전체의 결론이 반대로 보이는 현상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4.3.3.1절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개입 세계의 세 가지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관측 넣고 빼기 · 관측과 개입 바꾸기 · 개입 넣고 빼기 (4.3.1절, 그림 4.25–4.27)</a:t>
            </a:r>
          </a:p>
        </p:txBody>
      </p:sp>
      <p:pic>
        <p:nvPicPr>
          <p:cNvPr id="5" name="Picture 4" descr="d10_a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01" y="1737360"/>
            <a:ext cx="945069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체스의 합법 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체스에서는 정해진 합법 수만 연달아 두어 목표 포지션(do 없는 식)에 도달한다. 합법 수의 연쇄로 도달할 수 없으면 그 포지션은 만들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합법 수 = 세 규칙 · 판 = 그래프 · 목표 포지션 = 관측 분포만의 식 · 도달 불가 = 식별 불가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규칙은 '아무 때나' 쓰는 것이 아니라 그래프의 분리 조건이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허락할 때만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체스는 수를 두는 순서가 임의지만, 여기서는 완전성 덕분에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불가능하다는 결론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도 규칙이 막히는 것으로 확정된다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do-calculus의 세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Theorem 4.3.1 (4.3.2절, 식 4.113–4.115)</a:t>
            </a:r>
          </a:p>
        </p:txBody>
      </p:sp>
      <p:pic>
        <p:nvPicPr>
          <p:cNvPr id="5" name="Picture 4" descr="d10_b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81" y="1737360"/>
            <a:ext cx="933473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규칙을 어떻게 읽나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규칙 1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한 개입 아래의 분포에서 d-분리로 조건부 독립을 읽는다. 관측 분포에서는 성립하지 않아도 개입 분포에서는 성립할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규칙 2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남은 연관이 인과 경로뿐이면 보기와 하기가 같다.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 기준의 일반화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규칙 3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미래는 과거에 영향을 못 준다. 인과 경로가 없으면 do를 지운다. 다만 조건에 W를 넣으면 W의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조상이 아닌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Z의 화살표만 자른다 (그림 4.29)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Thm 4.3.2 (건전성·완전성)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P(y∣do(x),w)가 식별 가능 ⇔ 규칙과 확률 공리의 연쇄로 do 없는 식이 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규칙으로 백도어·프론트도어 유도하기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4.3.3절, 식 4.120–4.126</a:t>
            </a:r>
          </a:p>
        </p:txBody>
      </p:sp>
      <p:pic>
        <p:nvPicPr>
          <p:cNvPr id="5" name="Picture 4" descr="d10_c_de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651" y="1737360"/>
            <a:ext cx="859639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냅킨 그래프: 템플릿이 모두 실패해도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식 4.127–4.130 (그림 4.32)</a:t>
            </a:r>
          </a:p>
        </p:txBody>
      </p:sp>
      <p:pic>
        <p:nvPicPr>
          <p:cNvPr id="5" name="Picture 4" descr="d10_d_nap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65" y="1737360"/>
            <a:ext cx="885916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냅킨 그래프의 결과식 (식 4.130)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89e90d9708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05" y="1600200"/>
            <a:ext cx="430911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분자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do(z) 아래에서 (Y, X)가 함께 일어날 확률. W로 조정하는 백도어. Z에서 나가는 화살표를 지운 그래프에서 (Y,X)와 Z가 W 아래 분리되기 때문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분모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do(z) 아래에서 X의 확률. 분자를 Y에 대해 합산한 것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읽는 법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앞 단계 P(y∣do(z),x) = P(y,x∣do(z)) / P(x∣do(z))에서 두 분포를 각각 백도어로 채운 것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모두 관측 분포 P(W,Z,X,Y)만으로 계산된다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심슨의 역설을 do로 풀기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432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집단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치료(X=1) 회복률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비치료(X=0) 회복률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경증 Z=1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64/80 =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17/20 =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중증 Z=0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2/20 = 10%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10/80 = 12.5%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전체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66/100 = 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27/100 = 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숫자는 책 외 장난감 예 (직접 계산)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각 집단에서는 치료가 불리한데 전체에서는 유리해 보인다. 확률 공리상 모순은 아니고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해석을 붙일 때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역설이 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Thm 4.3.3 (Sure Thing)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각 부분 집단에서 효과가 같은 방향이면, 처치가 부분 집단 분포를 바꾸지 않는 한 전체도 같은 방향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어느 표를 볼까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그래프로 결정: Z가 X의 원인(그림 4.33(a))이면 분할표, Z가 X의 결과(4.33(b))이면 합계표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관측 + 실험 자료: g-식별가능성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4.3.4절, 식 4.143–4.145, 그림 4.35</a:t>
            </a:r>
          </a:p>
        </p:txBody>
      </p:sp>
      <p:pic>
        <p:nvPicPr>
          <p:cNvPr id="5" name="Picture 4" descr="d10_e_g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123" y="1737360"/>
            <a:ext cx="819144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템플릿과 do-calculus의 관계, 그리고 다음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백도어와 프론트도어는 do-calculus 유도의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특수 경우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다. 새 그래프는 규칙을 이어 붙여 식을 찾는다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4.5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관측과 실험 분포가 있을 때 규칙 3→합산→규칙 2→… 로 P(y∣do(x))를 도출 (식 4.146–4.154)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남은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어떤 순서로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써야 하는지, 막혔을 때 정말 불가능한지는 사람이 매번 판단해야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4.4절 도입 (PDF 178쪽)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식별을 계산 문제로 정식화하고 c-factor를 도입 → Day 11–12의 식별 알고리즘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"백도어가 안 되면 식별할 수 없다"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냅킨 그래프처럼 백도어·프론트도어 모두 실패해도 do-calculus로 식별될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"규칙 2는 do(x)를 항상 x의 관측으로 바꿔도 된다고 말한다" → ✅ 조건이 맞을 때만. 주변 버전 P(y∣do(x)) = P(y∣x)는 Z→X가 있으면 성립하지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"do-calculus는 식을 계산해 주는 알고리즘이다" → ✅ 규칙의 모음일 뿐, 어떤 순서로 쓸지는 따로 정해야 한다 (→ Day 11–12)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"Z가 X보다 먼저인 변수는 항상 조정하라" → ✅ 그림 4.33(c)처럼 Z를 조건에 넣으면 오히려 경로가 열린다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세 규칙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관측 넣고 빼기 · do와 see 교환 · do 넣고 빼기. 각각 특정 개입 그래프의 d-분리가 조건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건전성·완전성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식별 가능 ⇔ 규칙의 연쇄로 do 없는 식이 나옴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백도어·프론트도어·냅킨·g-ID를 모두 같은 규칙으로 유도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11): 규칙을 사람이 찾지 않고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기계가 찾도록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하는 식별 알고리즘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do-calculus의 규칙 2가 하는 일은?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do(z)를 관측 Z=z로 바꾸거나 그 반대로 바꾼다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항상 do(x)를 제거한다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잠재 변수를 관측으로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식별 불가능한 효과를 식별 가능하게 만든다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규칙 2는 Y⫫Z∣X,W가 G(X로 들어옴 제거, Z에서 나감 제거)에서 성립하면 do(z)와 see(z)를 교환한다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do 제거는 규칙 3의 역할이다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잠재 변수는 규칙으로 관측되지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식별 가능성은 그래프가 결정하고 규칙은 그것을 드러낼 뿐이다 (Thm 4.3.2)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백도어 그래프에서 P(y∣do(x))를 do-calculus로 유도하는 올바른 순서는?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Z로 합산 → 규칙 3으로 P(z∣do(x))=P(z) → 규칙 2로 do(x)를 x로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규칙 2로 do(x)를 x로 → Z로 합산 → 규칙 3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규칙 1 → 규칙 1 → 규칙 1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규칙 3으로 do(x)를 제거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Z로 합산한 뒤, X로 가는 Z의 경로를 끊은 그래프에서 Z⫫X이므로 규칙 3, 이어서 Z로 막힌 백도어 덕분에 규칙 2로 do(x)를 관측 x로 바꾼다 (식 4.120–4.122)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합산 전에는 규칙 2의 조건 Z를 쓸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규칙 1은 관측을 넣고 빼는 규칙이다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do(x)를 지울 수 없다. X는 Y의 원인이다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심슨의 역설에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역설은 확률의 공리 위반이 아니라 인과 해석을 붙일 때 나타난다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Z가 X의 원인이면 분할표를 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Z가 X의 결과이면 합계표를 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부분 집단별 표가 항상 인과적으로 올바르므로 늘 그것을 따른다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D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어느 표가 맞는지는 그래프에 달렸다. 그림 4.33(b)처럼 Z가 처치의 결과이면 Z로 조건을 걸면 오히려 편향이 생긴다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맞다 (식 4.131–4.133은 L1의 양)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B, C: 맞다 (그림 4.33(a), (b))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