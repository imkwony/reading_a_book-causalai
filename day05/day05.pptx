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5 — 인과 다이어그램과 조건부 독립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73–86쪽 (인쇄 61–74) · 2.4절 앞부분 (2.4.1 인과 다이어그램, 조건부 독립과 세 가지 패턴)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참 모델 M∗를 모르는데, 어떤 '약한 지식'으로 상위 층의 추론을 시작할 수 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인과 다이어그램은 'SCM의 대략적 요약'이고, 그림의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구조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 데이터의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조건부 독립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이라는 흔적을 남긴다. 체인·포크·콜라이더 세 패턴이 그 기본 부품이다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SCM에서 다이어그램을 그리고, 세 패턴에서 조건을 걸 때 독립이 생기거나 깨지는 이유를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4에서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CHT: 하위 층 데이터만으로는 상위 층의 답이 정해지지 않는다 (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no causes-in, no causes-out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따라서 L1 데이터와 질문 사이를 이어 줄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가정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반드시 필요하다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하지만 현실에서 M∗를 정확히 아는 일은 거의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오늘의 질문: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어떤 종류의 지식이 (1) 이해하기 쉽고 (2) 데이터로 검증할 수 있고 (3) 층을 오르내리는 추론에 충분한가?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(2.4절 도입)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완전한 모델은 없고, 아무 가정도 없으면 길이 막힌다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한쪽 극단: M∗를 모두 안다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모든 층의 모든 질문이 계산된다. 하지만 현실에선 불가능하다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다른 극단: 데이터만 있다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CHT에 의해 더 높은 층의 질문이 열려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책의 해법: 가운데 길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'누가 누구의 값을 듣는가'라는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질적 지식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만 그림으로 적는다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그림이 다시 데이터의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독립 관계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이어져, 모델을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검증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할 수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9149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인과 다이어그램 (causal diagram)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SCM에서 변수 사이의 '인자 관계'와 '외생 요인의 연관'만 뽑아 그린 그림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방향 간선 (V_j → V_i)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V_i의 메커니즘 f_i가 V_j를 인자로 쓸 가능성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양방향 간선 (↔(점선))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두 변수가 숨은 공통 외생 요인을 공유함 (미관측 교란)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비모수 (non-parametric)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함수 모양은 전혀 가정하지 않는 방식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조건부 독립 (Y ⊥⊥ X ∣ 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Z를 알고 나면 X는 Y에 대한 추가 정보가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마코비안 SCM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외생 변수가 서로 독립이고 각각 내생 변수 하나에만 영향을 주는 재귀 SCM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149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위상 순서 (topological order)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원인이 결과보다 앞서도록 점을 나열한 순서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다이어그램은 이렇게 만든다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SCM에서 그림을 뽑는 세 규칙 (Def. 2.4.1, p.73)</a:t>
            </a:r>
          </a:p>
        </p:txBody>
      </p:sp>
      <p:pic>
        <p:nvPicPr>
          <p:cNvPr id="5" name="Picture 4" descr="d5_a_constr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790" y="1737360"/>
            <a:ext cx="892411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비유로 이해하기: 귀를 기울이는 관계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단체 채팅방. 각 사람(변수)은 '누구의 말을 귀 기울여 듣는지'만 표시하고, 실제로 어떻게 반응하는지는 적지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사람 = 내생 변수 · 듣는 대상 = 화살표(인자) · 같은 소문(외부 정보)을 각자 따로 들음 = 양방향 점선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책의 표현으로 '듣기(listening)' 은유가 네트워크가 전하는 지식 전부다 (각주 9, Pearl 인용)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화살표는 '반드시 듣는다'가 아니라 '들을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가능성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'이다. 듣고도 값에 쓰지 않을 수 있다 (p.75)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그림은 SCM 하나가 아니라 SCM의 집합을 가리킨다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그림에서 SCM으로는 못 돌아간다 (Fig. 2.9(c), p.75)</a:t>
            </a:r>
          </a:p>
        </p:txBody>
      </p:sp>
      <p:pic>
        <p:nvPicPr>
          <p:cNvPr id="5" name="Picture 4" descr="d5_b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527" y="1737360"/>
            <a:ext cx="95846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마코비안 SCM과 베이즈 분해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먼저 그림에서 읽는 사실 (p.75)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각 SCM은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하나의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그림을 낳는다. 하지만 그림을 알아도 SCM은 하나로 정해지지 않는다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그림을 그리는 데 필요한 지식은 질적이지만, 여전히 쉬운 일은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Theorem 2.4.1 (p.77)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마코비안 SCM이면 관측분포가 그림에 따라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부모만 조건으로 하는 곱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으로 나뉜다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주의 (각주 14)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분해를 '인과 모델과 같다'고 오해하면 안 된다. L1의 분해일 뿐이다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q_36c9d75a36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840" y="3429000"/>
            <a:ext cx="3799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왜 부모만 남는가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144c55a4cc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17285"/>
            <a:ext cx="7772400" cy="5716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말로 먼저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2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각 변수는 자기 부모와 자기 외생 요인만 보고 값을 정한다. 외생 요인이 서로 독립이면 합(∑)을 변수별로 쪼갤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기호 풀이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2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∑_u P(u) — 모든 외생 상황에 대한 가중 평균 (식 2.44)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2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∏ — 변수마다 곱한다 (2.47의 '합과 곱 교환'은 마코비안 가정 덕분)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2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마지막 등호 — 외생 U_i를 주변화(합으로 지움)하면 P(v_i∣pa_i)만 남는다 (2.48~2.51)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조건부 독립과 로컬 마르코프 조건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Def. 2.4.2 (p.78)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Z를 알고 나면 X의 값이 Y의 가능성을 더 바꾸지 않을 때, Y는 X와 Z가 주어졌을 때 독립이다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직관 예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교통량과 우산: 비가 온다는 것을 알면 서로 무관 · 입시 성적과 습관: SAT 점수를 알면 무관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Local Markov 조건 (식 2.58, p.79)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변수는 자신의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비후손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과 독립이다, 단 부모를 알 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q_29d05de48d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649" y="3429000"/>
            <a:ext cx="6530222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Nd_i = 비후손(non-descendants), Pa_i = 부모. 데이터에서 검증할 수 있는 L1 제약이다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세 가지 기본 패턴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체인 · 포크 · 콜라이더: Z를 모를 때와 알 때 (Fig. 2.10–2.15, p.79–87)</a:t>
            </a:r>
          </a:p>
        </p:txBody>
      </p:sp>
      <p:pic>
        <p:nvPicPr>
          <p:cNvPr id="5" name="Picture 4" descr="d5_c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888" y="1737360"/>
            <a:ext cx="832591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패턴 1 — 체인 (예 2.10): 습관 → SAT → 합격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5f3d64f1c7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752282"/>
            <a:ext cx="7772400" cy="701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설정 (p.79)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2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X 공부 습관, Z 높은 SAT, Y 합격. 외생 요인은 서로 독립인 동기·시험 난이도·기타 요인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Z를 모를 때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2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습관이 좋으면 합격 가능성이 오른다 → X ⊥⊥ Y 는 </a:t>
            </a:r>
            <a:r>
              <a:rPr sz="12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성립하지 않는다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Z를 알 때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2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위 식 (2.69~2.72)처럼 X와 Y가 갈라진다 → X ⊥⊥ Y ∣ Z. SAT 점수가 습관의 정보를 이미 담고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결론은 F나 P(U)의 구체적 모양에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무관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하다 (그림만 같으면 성립)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패턴 2 — 포크 (예 2.11): 비 → 교통, 우산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비(Z)가 오면 길이 막히고(X) 우산을 쓴다(Y). 우산 쓴 사람이 많이 보이면 막힐 것 같다는 느낌이 든다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Z를 모를 때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우산이 늘면 비가 올 가능성이 올라, 교통 체증을 예측하게 된다 →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의존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Z를 알 때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비가 온다는 것을 직접 보면 우산 정보는 교통에 대한 추가 정보가 없다 →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독립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유도: P(x,y∣z)=P(z)P(x∣z)P(y∣z)/P(z) = P(x∣z)P(y∣z) (식 2.74~2.76)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상관이 있다고 해서 우산이 체증을 일으키는 것은 아니다. 공통 원인이 만든 상관이다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패턴 3 — 콜라이더 (예 2.12): 숫자로 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감기(X), 휴강(Y), 출석(Z)</a:t>
            </a:r>
          </a:p>
        </p:txBody>
      </p:sp>
      <p:pic>
        <p:nvPicPr>
          <p:cNvPr id="5" name="Picture 4" descr="d5_d_coll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02" y="1737360"/>
            <a:ext cx="1064029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패턴 3 — 동전과 종 (예 2.14), 그리고 후손의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멀리 떨어진 두 동전이 '종' 하나로 얽힌다</a:t>
            </a:r>
          </a:p>
        </p:txBody>
      </p:sp>
      <p:pic>
        <p:nvPicPr>
          <p:cNvPr id="5" name="Picture 4" descr="d5_e_coin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152" y="1737360"/>
            <a:ext cx="946539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콜라이더 — 설명해 버리기(explaining away)와 후손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비유: 입학 심사 (p.86)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대학은 성적 우수(X) 또는 음악 재능(Y)이 있는 지원자를 합격(Z)시킨다. 합격자 중 한 명이 음악 재능이 있다고 알면, 그 학생이 성적도 높을 확률은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줄어든다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이미 재능이 합격을 '설명'해 주므로 성적이 설명해 줄 부담이 줄기 때문이다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후손도 문을 연다 (예 2.13, p.84)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Z를 직접 못 보고 '출석부(W)'만 봐도(25% 오기재) X와 Y는 다시 의존적이 된다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책의 표현으로, 영향이 Z까지 내려갔다가 관측으로 '다시 튀어 올라' Y에 닿는다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입학 예는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선택(조건)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때문에 생기는 현상이다. 두 변수 사이에 새 인과 경로가 생기는 것이 아니다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"화살표가 있어야 가정이고, 없으면 가정이 아니다"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가정은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없는</a:t>
            </a: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화살표에 담긴다. 있는 화살표는 '가능성'일 뿐이다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"조건을 걸수록 변수들이 더 독립이 된다" → ✅ 콜라이더(와 그 후손)는 정반대다. 조건을 걸면 독립이던 것이 의존이 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"그림만 보면 SCM이 정해진다" → ✅ 한 그림에 여러 SCM이 대응한다 (일대일이 아니다)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"P(v)=∏P(v_i∣pa_i)가 곧 인과 모델이다" → ✅ L1의 분해일 뿐이며 L2·L3는 그대로 CHT에 걸린다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인과 다이어그램은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SCM의 질적 요약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이다: 방향 간선 = 인자, 양방향 간선 = 외생 요인의 연관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가정의 핵심은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빠진 화살표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이고, 그것이 데이터의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조건부 독립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으로 번역된다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세 패턴: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체인·포크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기본이 열려 있고 Z가 닫는다 /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콜라이더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기본이 닫혀 있고 Z(와 후손)가 연다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6)은 세 패턴을 임의의 그림에 확장한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d-분리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와, 숨은 변수가 있을 때의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교란 컴포넌트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를 읽는다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다이어그램에서 X와 Y 사이에 직접 화살표도 양방향 점선도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없다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사실이 말하는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Y의 메커니즘에 X가 인자로 들어가지 않고, 두 변수의 외생 요인은 서로 독립이라는 주장이다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X와 Y는 어떤 조건에서도 반드시 독립이다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X가 Y에 미치는 효과가 매우 작다는 뜻이다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아직 데이터를 보지 못했다는 뜻이다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책은 빠진 방향 간선이 '인자가 아님'을, 빠진 양방향 간선이 '외생 변이가 독립임'을 단언하는 것이라고 설명한다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다른 변수를 거치는 경로가 있으면 여전히 의존할 수 있다 (체인, 포크 등)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화살표는 효과의 크기가 아니라 '가능성'만 적는다. 없으면 직접 효과가 없다는 단언이다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그림은 모델에 대한 주장이고 데이터 유무와는 무관하다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대학은 성적 우수(X) 또는 음악 재능(Y)이 있는 지원자를 합격(Z=1)시킨다. 합격자 한 명을 무작위로 뽑아 '음악 재능이 있다(Y=1)'는 것을 알았다. 이 학생의 성적이 우수할 확률은 일반 지원자에 비해?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더 높아진다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더 낮아진다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변함없다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이 구조에서는 알 수 없다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X→Z←Y인 콜라이더에서 Z를 조건으로 걸면 X와 Y가 의존이 된다. 재능이 이미 합격을 설명하므로 '성적 우수' 쪽 설명 필요성이 줄어 확률이 낮아진다 (explaining away, p.86)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두 원인이 서로 '돕는' 방향이 아니라 '대신 설명하는' 방향이다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이는 Z를 조건으로 걸지 않았을 때의 결과다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책이 이 상황을 방향까지 명시해 설명한다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다음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체인 X→Z→Y에서 Z를 알면 X와 Y는 독립이다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포크 X←Z→Y에서 Z를 알면 X와 Y는 독립이다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콜라이더 X→Z←Y에서 X와 Y가 독립이므로 Z를 알아도 독립이다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마코비안 SCM에서는 P(v)가 각 변수의 '부모를 조건으로 하는 확률'의 곱으로 나뉜다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C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콜라이더는 Z를 모를 때 독립이지만 Z(또는 그 후손)를 알면 의존이 된다. 예 2.12에서 0.40 ≠ 0.48이었다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A, B: 맞다. 체인과 포크는 중간 Z를 알면 흐름이 막힌다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맞다. Theorem 2.4.1 (마코비안 분해)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