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4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11 — 식별 알고리즘 I: c-factor와 c-component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51560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책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Causal Artificial Intelligence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범위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PDF 179–192쪽 (인쇄 167–180) · 4.4.1–4.4.2절 (4.4.3절 도입부 포함)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수준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입문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 범위가 푸는 문제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do-calculus의 규칙을 사람이 순서까지 골라야 하는 부담을, 기계가 따라 할 수 있는 절차로 바꿀 수 있는가?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결론 한 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숨은 교란이 있어도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c-factor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라는 조각으로 확률을 쪼개고,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세 연산자(Σ, δ, σ)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와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c-tree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로 "무엇에서 무엇을 계산할 수 있나"를 정리하면 식별 문제를 조각 맞추기로 바꿀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읽고 나면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시그니처 ⟨Q, P, A⟩, c-factor, c-component를 설명하고, 냅킨 그래프에서 q-tree와 d-tree를 직접 그릴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10에서 이어받은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do-calculus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세 규칙으로 do가 든 식을 do 없는 식으로 바꾼다. 식별 가능하면 규칙의 연쇄가 반드시 존재 (Thm 4.3.2)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한계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규칙을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어떤 순서로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쓸지, 막혔을 때 정말 불가능한지는 사람이 매번 판단해야 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냅킨 그래프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백도어·프론트도어 모두 안 되지만 규칙으로 식별됨 (식 4.130). 오늘도 다시 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오늘의 질문: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교란 구조를 c-component로 쪼개면 식별 문제가 어떻게 단순해지는가?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왜 필요한가 — 기계가 따라 할 수 있는 절차로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규칙의 문제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규칙과 확률 공리를 어느 순서로 쓸지 정해 주지 않아, 최악에는 가능한 수를 모두 시도하는 탐색이 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오늘의 아이디어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질의와 자료를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같은 종류의 조각(c-factor)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으로 쪼갠 뒤, 질의에 필요한 조각이 자료에서 만들어지는지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맞춰 본다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숨은 교란이 있으면 확률이 P(v∣부모)의 곱으로 안 쪼개지므로, 쪼개지는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가장 작은 덩어리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부터 알아야 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오늘의 범위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도구 상자(시그니처, c-factor, 연산자, c-tree)까지. 이 도구로 답을 내는 알고리즘 본체는 Day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용어 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05740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96388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용어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한 줄 뜻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예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시그니처 ⟨Q,P,A⟩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질의·자료·가정 세 가지로 인과 추론 과제를 적은 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Def 4.4.1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c-factor Q[C]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숨은 변수를 합쳐 둔, C 변수들의 한 덩어리 인자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Def 4.4.2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c-operator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c-factor에서 다른 c-factor를 만드는 허락된 계산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Σ, δ, 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c-component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양방향 화살표로만 이어진 변수 무리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Def 4.4.4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c-tree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"무엇에서 무엇을 계산하나"를 적은 나무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Def 4.4.5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q-tree / d-tree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질의에 필요한 조각의 나무 / 자료가 주는 조각의 나무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4.4.2절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인과 추론 과제의 시그니처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74320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25780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요소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뜻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지금까지 본 예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52578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Q (질의)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알아내고 싶은 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P(y∣do(x))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P (자료)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연구자가 가진 분포 모음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관측 P(V), 실험 P(V∣do(z))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525780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A (가정)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기저 SCM에 대한 인과 가정, 보통 인과 그래프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냅킨 그래프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Definition 4.4.1 (PDF 179, 식 4.155)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책은 이 세 가지의 짝이 </a:t>
            </a:r>
            <a:r>
              <a:rPr sz="13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풀 수 있는지(식별 가능성)</a:t>
            </a: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를 결정한다고 본다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3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예: Day 10의 g-ID 문제 = ⟨P(y∣do(x)), {P(V), P(V∣do(z))}, 냅킨 그래프⟩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2 — 숨은 교란은 곱 분해를 깬다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예 4.6과 그림 4.37 (PDF 179–180, 식 4.156–4.166)</a:t>
            </a:r>
          </a:p>
        </p:txBody>
      </p:sp>
      <p:pic>
        <p:nvPicPr>
          <p:cNvPr id="5" name="Picture 4" descr="d11_a_f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846" y="1737360"/>
            <a:ext cx="732400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1 — c-factor의 정의 (식 4.165)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d9159a9bec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633034"/>
            <a:ext cx="7772400" cy="9401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말로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C에 속한 변수들의 "부모와 숨은 원인이 주어졌을 때의 확률"을 곱하고, 그 변수들에 걸린 </a:t>
            </a: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숨은 변수 U(C)만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합산해 없앤 함수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U(C)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C의 변수들에 걸린 모든 숨은 변수의 합집합. 이 덩어리에는 밖으로 새는 숨은 교란이 </a:t>
            </a: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없다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C = V이면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Q[V] = P(v). 마코프 모델이면 각 c-factor가 평범한 P(vᵢ∣pa_i)로 줄어든다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예 (식 4.167–4.169, 프론트도어): Q[Y] = Σ P(y∣z,u_y)P(u_y), Q[X,Y] = Σ P(x∣u_x)P(y∣z,u_y)P(u_y,u_x)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2 — 비유로 이해하기: 같은 숨은 도매상을 쓰는 가게들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동네 가게들이 각자 가격을 정하면 가게마다 따로 계산한다. 그런데 몇 가게가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같은 숨은 도매상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에게서 물건을 받는다면 그 가게들의 가격은 따로 못 보고 한 묶음으로 봐야 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대응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가게 = 변수 · 숨은 도매상 = 잠재 변수 U · 묶음 = c-factor · 묶음의 크기 = c-component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핵심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묶음 안쪽은 합산해 둔 한 덩어리, 묶음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사이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는 숨은 연결이 없어 곱으로 나눌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비유의 한계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도매상을 공유하지 않아도 가게끼리는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화살표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(직접 영향)로 이어질 수 있다. c-component는 숨은 교란만 따질 뿐 인과 영향의 유무가 아니다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3 — c-factor를 다루는 세 연산자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Lemma 4.4.1–4.4.3, 표 4.1 (PDF 182–185)</a:t>
            </a:r>
          </a:p>
        </p:txBody>
      </p:sp>
      <p:pic>
        <p:nvPicPr>
          <p:cNvPr id="5" name="Picture 4" descr="d11_b_oper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518" y="1737360"/>
            <a:ext cx="7202658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2 — Σ 연산자가 왜 성립하나 (식 4.171–4.174)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135b70e1c1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763143"/>
            <a:ext cx="7772400" cy="6799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출발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Q[V₁,V₂,V₃] = Σᵤ₁ P(v₁∣u₁)P(v₂∣v₁)P(v₃∣v₂,u₁)P(u₁) (V₁⇠⇢V₃의 숨은 U₁)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V₃만 합산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V₃가 들어 있는 인자는 P(v₃∣v₂,u₁) 하나뿐이고 v₃에 대한 합은 1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결과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남은 식이 곧 Q[V₁,V₂]의 정의. 조건("V₃에서 V₁, V₂로 가는 화살표 없음")은 </a:t>
            </a: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V₃가 다른 인자의 조건에 끼어들지 않는다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는 보장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반대로 C = {V₂,V₃}, C′ = {V₁}이면 V₁→V₂ 때문에 불가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3 — δ 연산자와 σ 연산자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4dba2c0282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777391"/>
            <a:ext cx="7772400" cy="6514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δ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숨은 U₁, U₂는 {V₁,V₃,V₅}에만, U₃는 {V₂,V₄}에만 걸려 있어 합산을 두 덩어리로 갈라 쓸 수 있다 (식 4.175–4.177). 역방향(곱으로 합치기)은 곱셈, 꺼내기는 합과 비 (식 4.178–4.184, 공식은 Day 12)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σ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T가 개입 변수와 겹치지 않으면 Q[T∣do(x)] ⇄ Q[T∣do(z)]. 예 4.7(d): Q[Y] → Q[Y∣do(x)] (Y ∉ {X})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관측 → 개입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으로 넘어가는 유일한 다리가 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4 — c-component: 숨은 연결로 이어진 무리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Definition 4.4.4 (PDF 184). 양방향 화살표 경로로 이어지는 변수끼리 한 무리. 무리 사이에는 숨은 연결이 없으므로 δ로 곱을 나눌 수 있어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식별을 무리 단위의 작은 문제로 쪼갠다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.</a:t>
            </a:r>
          </a:p>
        </p:txBody>
      </p:sp>
      <p:pic>
        <p:nvPicPr>
          <p:cNvPr id="5" name="Picture 4" descr="d11_c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787" y="1737360"/>
            <a:ext cx="856012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5 — c-tree: 계산 가능성의 지도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Definition 4.4.5, 그림 4.39 (PDF 185)</a:t>
            </a:r>
          </a:p>
        </p:txBody>
      </p:sp>
      <p:pic>
        <p:nvPicPr>
          <p:cNvPr id="5" name="Picture 4" descr="d11_d_c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218" y="1737360"/>
            <a:ext cx="8383259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6 — q-tree와 d-tree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4.4.2절 (PDF 185–187), 예 4.9, 그림 4.40</a:t>
            </a:r>
          </a:p>
        </p:txBody>
      </p:sp>
      <p:pic>
        <p:nvPicPr>
          <p:cNvPr id="5" name="Picture 4" descr="d11_e_q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259" y="1737360"/>
            <a:ext cx="7177177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4 — 질의를 c-factor로 쓰기 (식 4.190–4.192)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q_04752b5227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667651"/>
            <a:ext cx="7772400" cy="8709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9260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알고리즘 3 (GenQueryTree)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뿌리에 P(y∣do(x)) → Σ로 Q[D∣do(x)] → δ로 양방향 연결이 없는 </a:t>
            </a: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최소 덩어리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들로 쪼갬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왜 D = An(Y)인가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Y의 조상이 아닌 변수는 Y로 가는 화살표가 없으니 Σ 연산자 조건이 충족되어 합산해 버린다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4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개입 변수의 잎</a:t>
            </a:r>
            <a:r>
              <a:rPr sz="14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Q[X∣do(x)] = 1[x′=x] (식 4.189)로 자명. 나머지 잎이 자료에서 와야 한다 (예 4.8, 4.9)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7 — d-tree를 효율적으로 키우기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4.4.2.3절, 알고리즘 4 (PDF 190–191)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d-tree는 하나로 정해지지 않는다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같은 P(V)도 연산자 적용 순서에 따라 전혀 다른 크기의 나무 (그림 4.39 대 4.45). 크기가 변수 수에 지수적일 수도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우선순위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① σ (범위가 목표와 같고 개입만 다를 때) → ② Σ (목표 변수의 조상만 남김) → ③ δ (목표와 양방향으로 이어진 변수만 남김)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냅킨 추적 (책의 예가 아님, 직접 구성)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Q[V] →δ→ Q[W,X,Y] →Σ→ Q[X,Y] →δ→ Q[Y] →σ→ Q[Y∣do(x)]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 전략이 완전성과 효율을 모두 갖는다는 것은 정리 4.4.4 부근 (Day 12)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흔한 오해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64240" cy="2011680"/>
          </a:xfrm>
          <a:prstGeom prst="rect">
            <a:avLst/>
          </a:prstGeom>
          <a:noFill/>
        </p:spPr>
        <p:txBody>
          <a:bodyPr wrap="square" anchor="ctr" lIns="457200" rIns="457200" tIns="274320" bIns="274320">
            <a:spAutoFit/>
          </a:bodyPr>
          <a:lstStyle/>
          <a:p>
            <a:pPr algn="l"/>
            <a:r>
              <a:rPr sz="2400" i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❌ "c-factor는 P(v∣pa) 같은 보통 조건부 확률이다"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640" y="2788920"/>
            <a:ext cx="60000" cy="201168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✅ 숨은 변수를 합산해 둔 덩어리 인자. 마코프이면 그렇게 줄어들지만 일반적으로는 아니다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"c-component가 같으면 서로 인과적으로 영향을 준다" → ✅ 숨은 교란으로 이어진 무리일 뿐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"c-tree는 하나뿐이다" → ✅ 연산자 적용 순서에 따라 여러 모양, 크기도 크게 다르다 (예 4.11)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"Σ 연산자는 아무 변수나 합산해 지운다" → ✅ 지울 쪽에서 남길 쪽으로 가는 화살표가 없어야 한다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시그니처 ⟨Q,P,A⟩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로 인과 추론 과제를 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c-factor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숨은 변수를 합친 덩어리.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c-component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양방향 연결 무리. 무리 사이는 δ로 곱 분해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Σ, δ, σ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로 c-factor 사이를 오가고,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c-tree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가 그 경로를 기록한다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q-tree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(필요) 잎을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d-tree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(보유)에서 찾는 것이 식별의 뼈대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다음 날(Day 12): 이 둘을 맞추는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C-INFER 알고리즘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, 그리고 '식별 불가'의 근거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(개념 확인)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c-factor Q[C]에 대한 설명으로 맞는 것은?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C의 변수들에 걸린 숨은 변수를 합산해 둔 한 덩어리 인자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C 변수 각각의 P(v∣pa)를 그냥 곱한 값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언제나 P(c)와 같은 주변 분포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개입 분포에서만 정의된다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Q1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A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식 4.165는 C에 걸린 숨은 변수 U(C)를 합산한 곱이다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B가 틀린 이유: 숨은 변수가 있으면 P(v∣pa)의 곱으로 분해되지 않는다 (식 4.160)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C = V일 때만 P(v)와 같다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관측에서도 정의되고 Q[V]=P(V)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(적용)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그림 4.37(d)의 V₁⇠⇢V₃, V₃⇠⇢V₅, V₂⇠⇢V₄에서 Q[V]에 δ 연산자를 쓸 수 있는 분할은?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C={V₁,V₂}, C′={V₃,V₄,V₅}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C={V₁,V₃,V₅}, C′={V₂,V₄}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C={V₁,V₃}, C′={V₂,V₄,V₅}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C={V₁}, C′={V₂,V₃,V₄,V₅}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Q2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B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두 무리 사이에 양방향 화살표가 없어 Q[V]=Q[V₁,V₃,V₅]Q[V₂,V₄] (식 4.177)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A가 틀린 이유: V₂⇠⇢V₄가 C와 C′에 걸친다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V₃⇠⇢V₅가 걸친다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V₁⇠⇢V₃가 걸친다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(오개념 교정)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c-tree에 대한 설명 중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틀린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것은?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화살표 A→B는 B가 A로부터 계산 가능함을 뜻한다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q-tree는 질의에 필요한 조각, d-tree는 자료가 주는 조각을 담는다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주어진 P(V)와 그래프에 대한 d-tree는 항상 유일하다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크기가 변수 수에 지수적으로 커질 수 있다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Q3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C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(틀린 설명)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틀렸나: 연산자를 어떤 순서·방식으로 쓰느냐에 따라 달라진다. 같은 냅킨 그래프에도 그림 4.39와 4.45의 서로 다른 d-tree가 있다 (예 4.11)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A, B: 맞다 (정의 4.4.5, 4.4.2절)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D: 맞다. 그래서 질의가 필요로 하는 조각을 향해 확장하는 전략이 중요하다 (4.4.2.3절)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