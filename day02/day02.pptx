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2 — 책 전체 지도와 인과 추론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36–52쪽 (인쇄 24–40) · 1.3.3 끝 ~ 1.3.5 (Book Tour)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서로 다른 AI 과제들을 하나의 틀로 어떻게 묶는가?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질문 · 데이터 · 가정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세 입력을 인과 추론 엔진에 넣어 '계산 가능한가'를 따진다. 책의 7개 파트는 이 틀 위에서 펼쳐진다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추론이 '고리 안/밖'인지 구분하고, 책의 지도와 예시 여섯 개의 역할을 말할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환경은 보이지 않는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(참 모델 M∗), 그로부터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PCH의 세 층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에이전트는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보기·하기·상상하기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조각난 지식을 얻는다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다섯 가지 도전(이해·결정·일반화·생성·학습)이 책의 파트 II~VI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서로 다른 과제를 하나의 틀로 설명할 수 있는가?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고리 안과 고리 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질문과 데이터의 분포가 같으면 '고리 안', 다르면 '고리 밖'이다 (1.3.3절 끝)</a:t>
            </a:r>
          </a:p>
        </p:txBody>
      </p:sp>
      <p:pic>
        <p:nvPicPr>
          <p:cNvPr id="5" name="Picture 4" descr="d2_a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4" y="1737360"/>
            <a:ext cx="1054808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교실 CCTV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교실 CCTV 영상(관찰)만으로 "자리를 바꾸면 성적이 어떻게 될까?"(개입)를 맞히려는 상황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영상 = L1 데이터 · 자리 바꾸기 = do(X) · 영상으로 답하려는 질문 = 고리 밖 질문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영상을 아무리 많이 봐도, 자리를 직접 바꿔 본 자료와는 다른 분포다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실험이 불가능한 경우(윤리·비용)까지 포함해,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가정으로 두 분포를 잇는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방법을 다룬다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인과 추론 엔진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세 입력(질문·데이터·모델)과 하나의 출력(계산 가능한가) (1.3.4절)</a:t>
            </a:r>
          </a:p>
        </p:txBody>
      </p:sp>
      <p:pic>
        <p:nvPicPr>
          <p:cNvPr id="5" name="Picture 4" descr="d2_b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29" y="1737360"/>
            <a:ext cx="864523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질문 · 데이터 · 가정의 종류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43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입력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예시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책에서 다루는 곳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P(y∣x), P(y∣do(x)), 정책 개입, 반사실 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2·4·5장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데이터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 P(V), 실험 자료 / 편향: 교란·선택·전이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4·9·11장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가정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인과 다이어그램, 동치류, 군집 다이어그램, 무시가능성, 신경 인과 모델, 인과 프로그램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2·5·13·16장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질문과 데이터가 같은 분포이면 인과 가정 없이 통계 가정만으로 충분하다 (고리 안)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책의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7개 파트를 PCH의 층과 과제 기준으로 정리 (1.3.4~1.3.5절)</a:t>
            </a:r>
          </a:p>
        </p:txBody>
      </p:sp>
      <p:pic>
        <p:nvPicPr>
          <p:cNvPr id="5" name="Picture 4" descr="d2_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26" y="1737360"/>
            <a:ext cx="952464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I–II — 기초와 추론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 기초 (2장)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SCM, 세 층의 언어, 인과 계층 정리(CHT), 인과 다이어그램, d-분리와 테스트 가능한 함의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핵심 질문: 인과 모델이란? 왜 가정이 필요한가? 데이터로 모델을 검증할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II 추론과 이해 (3–6장)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개입(4장)·반사실(5장) 추론, do-calculus, ctf-calculus, 식별 알고리즘, 부분 식별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6장은 공정성·설명에 이 도구를 적용한다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핵심 질문: 새 개입의 효과를 미리 알 수 있는가? 책임과 공정성은 어떻게 판단하는가?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III–IV — 결정과 일반화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III 인과 의사결정 (7–9장)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RL과 인과 추론은 같은 구성요소(반사실 관계)의 다른 측면 → '인과 강화학습'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과제: 오프라인→온라인(COOL), 어디에 개입할지, 반사실 의사결정, 인과 모방학습, 인과 게임이론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IV 일반화 (10–12장)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학습한 환경과 배포 환경이 다를 때 무엇이 공유되는가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L1(분류기·위험) → L2(정책) → L3(설명) 순으로 일반화 가능성을 따진다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V–VII — 생성, 학습,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V 생성과 시뮬레이션 (13–15장)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참 모델 M*은 일반적으로 학습할 수 없으므로 '대리 모델'을 만든다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생성 모델이 곧 인과 모델은 아니다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픽셀에서 인과 변수를 추상화한다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VI 인과 학습 (16–18장)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그래프를 모를 때: 동치류, 관측+실험 데이터 결합, 다중 도메인, 변수 학습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Part VII 기타 (19–20장)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선형·단조 모델의 식별, 인과 계층과 에이전트 능력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예시로 맛보기 (1) — 격차 분해와 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1.1 연봉 격차와 예 1.2 암 치료 의사결정</a:t>
            </a:r>
          </a:p>
        </p:txBody>
      </p:sp>
      <p:pic>
        <p:nvPicPr>
          <p:cNvPr id="5" name="Picture 4" descr="d2_d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70" y="1737360"/>
            <a:ext cx="93923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예시로 맛보기 (2) —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1.4 Colored MNIST (얼굴 편집 예 1.5는 같은 구조)</a:t>
            </a:r>
          </a:p>
        </p:txBody>
      </p:sp>
      <p:pic>
        <p:nvPicPr>
          <p:cNvPr id="5" name="Picture 4" descr="d2_e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85" y="1737360"/>
            <a:ext cx="1084892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예시로 맛보기 (3) — 학습과 읽을 때 주의점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1.6 인간과 보노보의 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 자료와 병변 실험(보노보만 가능)을 합쳐 뇌 영역 사이의 인과 구조를 추정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종 차이는 구조 도식에서 '메커니즘이 다르다'는 표시로 나타난다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PDF를 읽을 때 주의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1.3(일반화)의 본문은 자리표시 문구(Lorem ipsum)로 되어 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'Ch. ??'처럼 참조가 비어 있고 서문의 파트 번호가 본문과 어긋나는 곳이 있다 (초안 상태)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"인과 추론이란 곧 인과 그래프를 그리는 일이다"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그래프는 '가정'을 적는 한 방법일 뿐이다. 엔진은 질문·데이터·가정을 함께 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"강화학습으로 실험하면 모든 인과 질문이 풀린다" → ✅ do(X)와 do(Z)는 다른 고리라서 서로 저절로 이어지지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"생성 모델이 잘 만들어지면 인과 모델이다" → ✅ 상관을 흉내 내는 생성은 L2·L3에서 틀릴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추론은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질문과 데이터가 같은 분포인가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(고리 안/밖)로 나뉜다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추론 엔진: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질문 · 데이터 · 가정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→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계산 가능한가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이 틀 위에서 이해→결정→일반화→생성→학습으로 전개된다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3)부터 틀의 재료인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SCM과 PCH를 수학적으로 정의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'sampling-distribution loop 안의 추론'이 가리키는 상황은?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질문의 분포와 데이터의 분포가 같은 경우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인과 가정 없이 반사실을 추론하는 경우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데이터가 전혀 없는 경우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질문이 항상 L3인 경우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질문과 데이터가 같은 분포이면 통계적 추정만으로 충분하다 (예: L1 데이터로 P(y|x) 추정)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그건 고리 밖이고, 일반적으로는 불가능하다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고리는 진실·표본·복원 절차로 이뤄진다. 표본이 없으면 성립하지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층과 무관하게 질문과 데이터가 일치하는 여부가 기준이다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콜레스테롤 수치(X)가 심부전(Y)에 미치는 효과를 알고 싶은데, X를 직접 조작하는 실험은 불가능하고 식단(Z)에는 실험이 가능하다. 이 상황을 가장 잘 설명하는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do(X)와 do(Z)는 서로 다른 고리이며, 연결하려면 가정이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식단 실험 자료만으로 do(X) 효과를 항상 얻을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관측 자료가 충분하면 가정은 필요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이 문제는 지도학습으로 풀 수 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책은 do(Z)의 자료로 do(X)의 효과를 저절로 알 수 없다고 말한다. 두 고리를 잇는 역할을 3번째 입력인 가정(모델)이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'항상'은 틀리다. 가정이 갖춰질 때 가능해질 수도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가정 없이는 인과 추론이 일반적으로 불가능하다 (2.3절 CHT)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지도학습은 L1의 연관성을 다룬다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인과 추론 엔진에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입력은 질문, 데이터, 모델(가정)이다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출력은 질문이 계산 가능한지에 대한 판정이다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가정 없이 데이터만 넣어도 어떤 인과 질문이든 답한다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가정은 인과 다이어그램 외에도 여러 형태로 표현될 수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데이터만으로는 인과 질문에 일반적으로 답할 수 없다. 가정이 질문과 데이터를 잇는다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맞다. 엔진의 구조 그대로다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동치류, 군집 다이어그램, 무시가능성, 신경 인과 모델, 인과 프로그램 등이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