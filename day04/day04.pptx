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515600" cy="18288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4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Day 4 — 인과 계층 정리(CHT): 상관만으로는 부족한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515600" cy="13716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책</a:t>
            </a:r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: Causal Artificial Intelligence · </a:t>
            </a: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범위</a:t>
            </a:r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: PDF 66–72쪽 (인쇄 54–60) · 2.3절 · </a:t>
            </a: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수준</a:t>
            </a:r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: 입문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한눈에 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 범위가 푸는 문제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하위 층 데이터가 상위 층의 답을 결정하지 못한다는 것을 어떻게 정확히 말할 수 있는가?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결론 한 줄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인과 계층 정리(CHT)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거의 모든 SCM에서 L1·L2가 같아도 L3가 다른 SCM이 존재한다. 그래서 인과 추론에는 가정이 논리적으로 필요하다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읽고 나면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세 층의 언어, 붕괴(collapse)의 뜻, CHT와 'no causes in, no causes out'을 예로 설명할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Day 3에서 이어받은 것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하나의 SCM이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L1(보기)·L2(하기)·L3(상상하기)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분포를 모두 만든다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예 2.5: 같은 SCM에서 P(Y∣X)와 P(Y∣do(X))의 부호가 반대였다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그렇다면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우리가 가진 L1 자료로 L2·L3 답을 구할 수 있는가?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오늘의 질문: 이 불가능성을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정리(theorem)로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어떻게 말하는가?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왜 필요한가 — 자료가 같아도 세계는 다를 수 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데이터에서 치료와 회복이 독립으로 보인다 → "약은 효과가 없다"고 말해도 될까?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같은 데이터를 만드는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서로 다른 세계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가 있다면 결론은 세계에 따라 달라진다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실험(RCT)에서 평균 효과가 0이어도, 개체별로는 정반대 반응일 수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이것은 '데이터가 부족해서'가 아니라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논리적 한계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임을 보이는 것이 CHT다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한계를 알아야 어떤 가정이 필요한지 따질 수 있다 (Day 5 이후)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용어 준비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28600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용어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한 줄 뜻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예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</a:tr>
              <a:tr h="50292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기호 언어 L1, L2, L3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허용되는 확률 항으로 구분한 세 문장 체계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P(y), P(y_x), P(y_x, y′_x′)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Ω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같은 V를 갖는 모든 SCM의 집합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M∗도 M도 Ω의 원소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L_i-이론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SCM에서 참이 되는 L_i 문장의 모음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관측 분포가 같으면 L1-이론이 같다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M ∼_i M′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두 SCM이 모든 L_i 문장에서 일치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M∗ ∼₂ M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붕괴 (collapse)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하위 층만으로 상위 층 답이 정해지는 경우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결정적 관계 같은 예외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1 — 세 층의 언어 (Definition 2.3.1)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L1 ⊊ L2 ⊊ L3: 허용되는 확률 항이 늘어난다 (p.66)</a:t>
            </a:r>
          </a:p>
        </p:txBody>
      </p:sp>
      <p:pic>
        <p:nvPicPr>
          <p:cNvPr id="5" name="Picture 4" descr="d4_a_la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779" y="1737360"/>
            <a:ext cx="8258136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1 — 비유로 이해하기: 요리 사진과 레시피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비유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완성된 요리 사진(관측)만으로는 레시피(메커니즘)를 알 수 없다. 같은 사진이 나오는 서로 다른 레시피가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대응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요리 사진 = L1 분포 · 레시피 = F · 같은 사진을 내는 다른 레시피 = M ∼₁ M∗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핵심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사진을 더 선명하게(표본을 더 많이) 찍어도 레시피의 차이는 드러나지 않는다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비유의 한계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현실에서는 요리법에 대한 상식(가정)으로 레시피 후보를 좁힌다. 책은 바로 그 가정을 다음에 다룬다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2 — PCH의 정의와 '엄격한 계층' (Definition 2.3.2)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PCH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완전한 SCM M∗이 만드는 L1, L2, L3 분포 전체 (p.67)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문법상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L1 ⊊ L2 ⊊ L3이다. L2에는 P(y_x)가 있지만 L1에는 없다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하지만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의미상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정말 더 많은 것을 말하는지는 별개의 질문이다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책의 비교: 정수·유리수·실수의 크기(기수)를 생각해 보자. 직관은 '정수 &lt; 유리수 &lt; 실수'이지만 정수와 유리수는 같은 크기였다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층이 서로 구분되지 않으면 인과·상상에 대한 말은 낮은 층 언어의 '수사'에 불과해진다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2 — ∼_i와 붕괴 (Definition 2.3.3)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M ∼_i M′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두 SCM의 L_i-이론이 같다. L_i 자료만으로는 구별되지 않는다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붕괴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M∗ ∼_i M이면 항상 M∗ ∼_j M (i &lt; j)이라는 뜻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즉 층 i의 자료로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모든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층 j 질문에 답할 수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L2가 L1로 붕괴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하면 모든 개입 효과를 상관에서 알 수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L3가 L2로 붕괴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하면 모든 반사실을 개입 실험으로 계산할 수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붕괴는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예외적인 상황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에서만 생긴다. 예: 함수 관계가 결정적일 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3 — 인과 계층 정리 CHT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비형식 버전 (Theorem 2.3.1, p.68): 거의 모든 SCM에서 PCH는 붕괴하지 않는다</a:t>
            </a:r>
          </a:p>
        </p:txBody>
      </p:sp>
      <p:pic>
        <p:nvPicPr>
          <p:cNvPr id="5" name="Picture 4" descr="d4_b_c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828" y="1737360"/>
            <a:ext cx="9030039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3 — CHT의 형식 버전과 '측도 0'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형식 버전 (Theorem 2.3.3, p.69)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L3-동치류의 공간에 르베그 측도를 주면, 붕괴가 일어나는 SCM의 집합은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측도 0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쉬운 말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SCM을 부드러운 분포로 무작위로 뽑으면 붕괴할 확률은 0이다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이론 중립적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그래프나 부모 집합을 안다는 가정이 없다. 메커니즘에 시간(재귀) 순서가 있다는 정도만 필요하다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자주 하는 걱정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'측도 0'은 '불가능'이 아니라 '예외'라는 뜻이다. 결정적 관계처럼 붕괴하는 예도 실제로 있다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4 — 'no causes in, no causes out' (Corollary 2.3.2)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층 i 질문에 답하려면 층 i 이상의 지식이 필요하다 (p.69)</a:t>
            </a:r>
          </a:p>
        </p:txBody>
      </p:sp>
      <p:pic>
        <p:nvPicPr>
          <p:cNvPr id="5" name="Picture 4" descr="d4_d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642" y="1737360"/>
            <a:ext cx="9070411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4 — 장벽이 아니라 표지판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철학자 Nancy Cartwright가 대중화한 구호: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원인이 들어가야 원인이 나온다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인과 추론은 인과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가정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없이 불가능하다. 데이터만으로 L2·L3를 약속하는 방법은 존재하지 않는다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책은 이를 '넘을 수 없는 벽'이 아니라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이론적 경계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로 본다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경계를 알면, 어떤 가정이 있으면 추론이 되는지를 찾을 수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다음 날 배울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인과 다이어그램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이 그 가정을 적는 대표 도구다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증명의 아이디어 — L2는 L1로 붕괴하지 않는다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L2 → L1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어떤 SCM이든 L1 분포가 같으면서 L2가 다른 SCM이 항상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변수 사이에 의존이 있다면,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모든 변수가 하나의 외생 변수 U에만 의존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하도록 모델을 다시 짜면 같은 관측 분포를 낼 수 있다 (p.69)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의존이 전혀 없는 SCM이라면, 관측에서는 안 보이게 의존을 끼워 넣을 수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L3 → L2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는 더 섬세하다. 함수의 입력을 바꾸면 보통 L2도 변하기 때문이다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필요한 것: L2 사실은 그대로 두고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여러 잠재결과의 결합 확률만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바꾸는 구성 (예 2.7–2.9)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예 2.7 (1) — 독립으로 보여도 원인일 수 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M∗, M, M′: 같은 관측 분포, 다른 인과 구조 (p.70)</a:t>
            </a:r>
          </a:p>
        </p:txBody>
      </p:sp>
      <p:pic>
        <p:nvPicPr>
          <p:cNvPr id="5" name="Picture 4" descr="d4_c_ex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501" y="1737360"/>
            <a:ext cx="9450693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예 2.7 (2) — 실험으로도 못 푸는 개체의 질문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M∗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에서 X는 Y와 무관하고,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M′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에서는 Y ← X·U₂ + (1−X)(1−U₂)이다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두 모델 모두 RCT를 하면 P(Y∣do(X)) = P(Y), 즉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평균 효과가 0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치료받고 사망한 환자 S에 대해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"치료를 안 받았다면 살았을까?"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M∗: P(Y_{X=0}=1∣X=1, Y=0) =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0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, S는 어차피 사망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M′: 같은 값이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1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, 치료 때문에 사망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L1·L2 자료가 같아도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책임 소재가 정반대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로 갈린다 (p.70–71)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예 2.8, 2.9 — 다른 방법으로 같은 결론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예 2.1과 2.2를 이용한 구성들 (p.71–72)</a:t>
            </a:r>
          </a:p>
        </p:txBody>
      </p:sp>
      <p:pic>
        <p:nvPicPr>
          <p:cNvPr id="5" name="Picture 4" descr="d4_e_strate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253" y="1737360"/>
            <a:ext cx="8757189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수식 풀이 (1) — 붕괴의 정의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1064240" cy="1280160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4b3d6dd5f0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794510"/>
            <a:ext cx="7772400" cy="6172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92608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M∗ ∼_i M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두 모델이 L_i 문장 전부에서 일치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⇒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그러면 L_j 문장에서도 일치해야 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모든 M ∈ Ω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같은 V를 갖는 SCM 전체를 대상으로 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반례 하나만 있으면 붕괴가 아니다: M∗ ∼_i M이지만 M∗ ≁_j M인 M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CHT는 거의 모든 M∗에 대해 이런 반례 M이 있다고 말한다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수식 풀이 (2) — 예 2.7의 반사실 계산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1064240" cy="1280160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b3c46a8f5c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784510"/>
            <a:ext cx="7772400" cy="6372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92608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표 2.3에서 (U₁,U₂)=(1,0)인 행이 X=1, Y=0인 유일한 행이다 (확률 1/4)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M∗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그 행에서 Y_{X=0}=0이므로 값 0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M′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같은 행에서 Y_{X=0}=1이므로 값 1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분모는 둘 다 1/4이다. 분자만 다르다. 분자가 곧 </a:t>
            </a: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두 세계를 함께 보는 L3 항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이다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흔한 오해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88920"/>
            <a:ext cx="11064240" cy="2011680"/>
          </a:xfrm>
          <a:prstGeom prst="rect">
            <a:avLst/>
          </a:prstGeom>
          <a:noFill/>
        </p:spPr>
        <p:txBody>
          <a:bodyPr wrap="square" anchor="ctr" lIns="457200" rIns="457200" tIns="274320" bIns="274320">
            <a:spAutoFit/>
          </a:bodyPr>
          <a:lstStyle/>
          <a:p>
            <a:pPr algn="l"/>
            <a:r>
              <a:rPr sz="2400" i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❌ "CHT는 인과 추론이 불가능하다는 뜻이다"</a:t>
            </a:r>
          </a:p>
        </p:txBody>
      </p:sp>
      <p:sp>
        <p:nvSpPr>
          <p:cNvPr id="5" name="Rectangle 4"/>
          <p:cNvSpPr/>
          <p:nvPr/>
        </p:nvSpPr>
        <p:spPr>
          <a:xfrm>
            <a:off x="468640" y="2788920"/>
            <a:ext cx="60000" cy="201168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10642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✅ 가정 없이는 불가능하다는 뜻이다. 적절한 가정이 있으면 가능하다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❌ "측도 0이므로 붕괴는 실제로는 없다" → ✅ 결정적 관계처럼 붕괴하는 SCM은 실제로 존재한다. '거의 모든'이 '모든'은 아니다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❌ "표본이 아주 많으면 L1 자료로 L2를 알 수 있다" → ✅ 표본 수의 문제가 아니라 같은 L1을 만드는 다른 세계가 있다는 문제다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❌ "RCT를 하면 반사실도 구할 수 있다" → ✅ L2로는 L3를 알 수 없다 (예 2.7)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세 층의 언어는 L1 ⊊ L2 ⊊ L3로 늘어난다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CHT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거의 모든 SCM에서 하위 층이 같아도 상위 층은 달라진다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Corollary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층 i 질문에는 층 i 이상의 지식이 필요하다 (no causes in, no causes out)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가정은 선택이 아니라 필수다. 다음 날(Day 5)은 가정을 담는 도구,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인과 다이어그램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을 읽는다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이해 점검 퀴즈 Q1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(개념 확인)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'L3가 L2로 붕괴한다'는 말의 뜻은?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A) L3 분포를 L2 실험 자료만으로 모든 SCM에서 계산할 수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B) L3 질문은 어떤 SCM에서도 답할 수 없다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C) L2 자료가 있으면 L1은 필요 없다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D) L3 문장이 L2 문장보다 짧아진다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Q1 정답 및 해설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정답: A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왜 맞나: 붕괴는 M∗ ∼₂ M이면 M∗ ∼₃ M이라는 뜻이다. 즉 L2 정보가 L3 사실을 모두 결정한다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B가 틀린 이유: 붕괴하지 않는다는 뜻의 설명이다. 그것도 '거의 모든' SCM에서의 이야기다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C가 틀린 이유: 층 사이의 포함 관계이지 필요 여부가 아니다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D가 틀린 이유: 문장의 길이와 무관하다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이해 점검 퀴즈 Q2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(적용)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RCT에서 P(Y∣do(X))=P(Y)로 효과가 없다고 나왔다. 치료받고 사망한 환자에 대해 "치료를 안 받았다면 살았을까?"를 묻는 것에 대해 옳은 설명은?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A) 효과가 없으므로 답은 반드시 '아니오'이다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B) L2 자료만으로는 모델에 따라 답이 정반대일 수 있어 정해지지 않는다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C) 표본을 늘리면 결정된다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D) 관측 자료를 더하면 반드시 결정된다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Q2 정답 및 해설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정답: B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왜 맞나: 예 2.7에서 M∗는 0, M′는 1로 정반대 답을 낸다. 둘은 L1과 L2가 같다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A가 틀린 이유: 평균 효과가 0이어도 개체별 반응은 다를 수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C가 틀린 이유: 같은 분포를 만드는 모델 간의 차이라 표본 수와 무관하다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D가 틀린 이유: 관측 자료는 L1이라 오히려 정보가 더 약하다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이해 점검 퀴즈 Q3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(오개념 교정)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CHT에 대한 설명 중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틀린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것은?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A) 거의 모든 SCM에서 PCH가 붕괴하지 않는다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B) 층 i 질문에는 층 i 이상의 지식이 필요하다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C) 인과 그래프를 알고 있어야만 증명할 수 있는 정리다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D) 붕괴가 아예 불가능하다는 뜻은 아니다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Q3 정답 및 해설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정답: C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(틀린 설명)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왜 틀렸나: CHT는 이론 중립적이다. 그래프나 부모 집합을 안다는 가정 없이 성립한다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A: 비형식 CHT 그대로다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B: Corollary 2.3.2다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D: 결정적 관계 같은 예외적 SCM에서는 붕괴가 일어난다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