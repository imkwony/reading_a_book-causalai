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4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13 — 식별 불가능성: 언제 답할 수 없는가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51560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Causal Artificial Intelligence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범위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PDF 205–216쪽 (인쇄 193–204) · 4.5절 Non-Identification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수준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입문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범위가 푸는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식별 알고리즘이 "식별 불가"라고 답했을 때, 그것이 정말 불가능하다는 것을 어떻게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증명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하는가?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결론 한 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같은 그래프와 같은 관측 분포 P(V)를 내면서 P(y∣do(x))가 서로 다른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SCM 두 개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를 보이면 된다. 그래프 전략(bow 등)으로 출발하고 확장 전략으로 더 큰 그래프로 넓힌다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읽고 나면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bow 그래프의 증인 모델 쌍을 직접 만들고, 확장 네 가지(그래프-부분그래프·처치·결과·매핑)를 언제 쓰는지 말할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12에서 이어받은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12의 알고리즘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식별을 입력·출력 규칙으로 계산하며, 막히면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"식별 불가"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를 돌려준다 (4.4절)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남는 질문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그 "불가"는 알고리즘이 못 찾았다는 뜻인가, 정말 불가능하다는 뜻인가?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10의 건전성·완전성(Thm 4.3.2)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규칙이 막히면 식별 불가라는 선언은 있었지만, 그것을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모델로 직접 보인 적은 없다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오늘의 질문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관측 분포가 같은데 효과가 다른 두 모델이 존재함을 어떻게 보이는가?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왜 필요한가 — "못 찾았다"와 "없다"의 차이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문제 상황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규칙을 아무리 적용해도 do가 안 지워지면, 사람은 더 시도해 봐야 하는지 멈춰야 하는지 알 수 없다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비식별성 증명이 주는 것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"이 데이터와 이 그래프로는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원리적으로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답이 정해지지 않는다"는 확정 판정 (책의 말로는 SCM 쌍 증인)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데이터를 더 모아도 소용없다는 것을 알려 주어, 가정을 더하거나 실험을 설계하는 쪽으로 방향을 돌린다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오늘의 접근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그래프 하나(bow)에서 직접 증명 → 확장 규칙으로 다른 그래프에 옮기기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용어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574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96388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용어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한 줄 뜻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예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비식별성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그래프와 P(V)가 효과를 하나로 정하지 못함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Def 4.2.1의 부정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증인 모델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P(V)는 같고 do 분포는 다른 SCM 쌍 M₁, M₂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예 4.22–4.25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bow 그래프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X→Y와 숨은 교란 X↔Y만 있는 그래프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그림 4.60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결합 개입 분포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do(x) 아래 여러 변수의 결합 분포 P(V∖X∣do(x))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Lemma 4.5.1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c-성분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숨은 교란(점선)으로 이어진 변수 묶음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Lemma 4.5.6 (Day 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IV 그래프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bow에 Z→X를 더한 그래프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그림 4.63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비식별을 보이는 구조: 증인 모델 쌍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4.5.1절 (PDF 206–207쪽), Def 4.2.1의 부정</a:t>
            </a:r>
          </a:p>
        </p:txBody>
      </p:sp>
      <p:pic>
        <p:nvPicPr>
          <p:cNvPr id="5" name="Picture 4" descr="d13_a_wi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058" y="1737360"/>
            <a:ext cx="9235578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비유로 이해하기: 같은 그림자를 만드는 두 물체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벽에 비친 그림자만 보고 물체의 모양을 맞히라고 한다. 그런데 모양이 다른 두 물체가 정확히 같은 그림자를 만든다면, 그림자만으로는 답할 수 없다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대응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그림자 = 관측 분포 P(V) · 물체 = SCM · 물체를 직접 만져 보기 = do 개입 · 같은 그림자의 두 물체 = 증인 모델 쌍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핵심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두 물체를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하나만 보여 주면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충분하다. 모든 물체를 검사할 필요는 없다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그림자는 항상 정보를 잃는 투영이지만, 여기서는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그래프 가정이 후보 물체를 이미 줄여 놓는다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. 또 그림자를 더 얻으면(실험 분포 추가) 풀릴 수도 있다 (Day 20 이후)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bow 그래프에서 증인 만들기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예 4.22 (xor)와 예 4.23 (선택자), 식 4.238–4.243</a:t>
            </a:r>
          </a:p>
        </p:txBody>
      </p:sp>
      <p:pic>
        <p:nvPicPr>
          <p:cNvPr id="5" name="Picture 4" descr="d13_b_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445" y="1737360"/>
            <a:ext cx="683080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— 예 4.22: 같은 P(V), 다른 do 분포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27a14c3369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890405"/>
            <a:ext cx="7772400" cy="4254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모델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M₁은 X←U, Y←X⊕U. M₂는 X←U, Y←0 (U는 공정한 동전)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관측 세계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X가 U와 같아서 M₁의 Y=U⊕U=0. 두 모델 모두 Y는 항상 0이므로 P₁(V)=P₂(V)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do(X=0) 세계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X가 U와 끊어지면 M₁의 Y=0⊕U=U. 확률 1/2로 1이 된다. M₂는 Y가 항상 0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의미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진짜 세계가 M₁이면 X=0과 X=1이 똑같지만, M₂이면 X=0이 훨씬 낫다. 데이터로는 구별 불가 (표 4.3)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일반 전략과 연속 변수 (선형 가우시안)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예 4.24 (식 4.244–4.255)와 예 4.25 (식 4.256–4.263)</a:t>
            </a:r>
          </a:p>
        </p:txBody>
      </p:sp>
      <p:pic>
        <p:nvPicPr>
          <p:cNvPr id="5" name="Picture 4" descr="d13_c_gene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731" y="1737360"/>
            <a:ext cx="851223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— 예 4.25: 공분산은 합만 알려 준다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9ac388c821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789529"/>
            <a:ext cx="7772400" cy="6271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λ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X→Y의 구조 계수. do(x) 아래의 효과는 λ 그 자체다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u_xy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숨은 교란 U_x와 U_y의 공분산 (관측되지 않음)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관측으로 알 수 있는 것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σ_xy (정규화하면 분산은 1) = λ + u_xy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자유도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네 개 {λ, u_xy, u_xx, u_yy}가 있는데 관측은 합만 준다. 합이 같고 λ가 다른 두 쌍을 고르면 증인이 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도구 지도: 그래프 전략과 확장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그림 4.59 (4.5절 도입, PDF 205–206쪽)</a:t>
            </a:r>
          </a:p>
        </p:txBody>
      </p:sp>
      <p:pic>
        <p:nvPicPr>
          <p:cNvPr id="5" name="Picture 4" descr="d13_d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082" y="1737360"/>
            <a:ext cx="724553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결합 개입 분포의 그래프 기준 (Lemma 4.5.1)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Lemma 4.5.1 (Joint non-ID)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X와 그 자식 사이에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양방향 경로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가 있으면 결합 개입 분포 P(V∖X∣do(x))는 P(V)와 G로부터 식별되지 않는다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bow에 적용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V={X,Y}이면 P(y∣do(x))가 곧 결합 분포이므로 비식별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주의 (그림 4.62)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X→Y, X↔Y에 X→Z가 있으면 P(y,z∣do(x))는 비식별이지만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P(z∣do(x))는 식별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된다. 주변 분포의 판정은 더 분석해야 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PDF 211–212쪽 (인쇄 199–200)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5 — 확장 전략: 이미 아는 비식별을 넓히기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Lemma 4.5.2–4.5.5 (PDF 212–214쪽)</a:t>
            </a:r>
          </a:p>
        </p:txBody>
      </p:sp>
      <p:pic>
        <p:nvPicPr>
          <p:cNvPr id="5" name="Picture 4" descr="d13_e_a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529" y="1737360"/>
            <a:ext cx="869463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6 — bow 없이도 비식별: non-ID 부분그래프와 다중 분포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Lemma 4.5.6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(PDF 214쪽): V∖Y의 모든 변수가 Y의 조상이고, V가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하나의 c-성분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이면 P(y∣do(x))는 비식별. bow가 없는 그림 4.67도 포함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그림 4.66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P(w,y∣do(x))를 이 Lemma로 비식별 판정 → 매핑 확장으로 P(y∣do(x))의 비식별까지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Lemma 4.5.7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(PDF 215–216쪽): P(V)에 실험 분포 {P(V∣do(Z))}까지 있어도 모든 Z에서 다음 중 하나가 걸리면 비식별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(i) 줄인 그래프에서도 여전히 비식별 · (ii) 반대 방향 P(y∣do(z))가 비식별 · (iii) Z가 Y와 겹침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4.28·4.29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그림 4.67(c), (d)에서 P(V)와 P(V∣do(Z))가 있어도 P(y∣do(x))는 비식별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흔한 오해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2011680"/>
          </a:xfrm>
          <a:prstGeom prst="rect">
            <a:avLst/>
          </a:prstGeom>
          <a:noFill/>
        </p:spPr>
        <p:txBody>
          <a:bodyPr wrap="square" anchor="ctr" lIns="457200" rIns="457200" tIns="274320" bIns="274320">
            <a:spAutoFit/>
          </a:bodyPr>
          <a:lstStyle/>
          <a:p>
            <a:pPr algn="l"/>
            <a:r>
              <a:rPr sz="2400" i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❌ "식별 불가는 효과가 없다는 뜻이다"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640" y="2788920"/>
            <a:ext cx="60000" cy="201168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✅ 효과는 있을 수 있다. 현재 그래프와 데이터로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하나의 값으로 정해지지 않는다</a:t>
            </a: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는 뜻이다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"bow 그래프만 비식별이다" → ✅ bow가 없어도 비식별이다 (Lemma 4.5.6, 그림 4.67)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"식별 가능성은 변수를 더하면 쉬워진다" → ✅ 단조적이지 않다. 그림 4.64에서 P(y∣do(x,z))는 식별되고 P(y∣do(x),z)는 아니다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"Z가 X의 자식이고 P(z∣do(x))가 비식별이면 P(y∣do(x))도 비식별" → ✅ Z가 Y의 조상일 때만 (Lemma 4.5.5, 그림 4.65(c))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비식별성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= 관측 분포가 같고 효과가 다른 SCM 쌍의 존재. 한 쌍이면 충분 (∀ 대 ∃)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그래프 전략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bow, 결합 개입 기준, non-ID 부분그래프, 다중 분포 기준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확장 전략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화살표 더하기, 처치·결과 늘리기, 조상으로 매핑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다음: 식별되지 않을 때 어떻게 할 것인가는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20–22 (부분 식별)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. 바로 다음 Day 14는 고정 개입을 넘는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정책 개입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(개념 확인)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어떤 그래프에서 P(y∣do(x))가 식별되지 않음을 보이려면 무엇이 필요한가?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같은 그래프와 같은 P(V)를 내지만 P(y∣do(x))가 다른 SCM 두 개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규칙을 한 번 적용해 보고 실패한 기록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표본 수가 충분히 큰 데이터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P(V)가 서로 다른 두 SCM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Q1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A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식별 가능성은 Def 4.2.1에서 모든 모델이 같은 효과를 낸다는 조건이므로, 부정은 어긋나는 모델 한 쌍의 존재다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B가 틀린 이유: 실패 기록은 못 찾았다는 것일 뿐이다. 완전성(Thm 4.3.2) 덕분에 모든 규칙이 막히면 비식별이지만, 직접 보이려면 증인이 필요하다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비식별은 표본 수가 아니라 가정의 부족 문제이다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관측 분포가 달라지면 같은 데이터에서 나온 모델이 아니다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(적용)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IV 그래프 (Z→X, X→Y, 숨은 교란 X↔Y)에서 P(y∣do(x))는 비모수 설정에서 식별되는가?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식별 가능. Z가 X를 움직이므로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식별 불가. bow에 화살표 Z→X만 더한 그래프이기 때문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식별 가능. Z가 Y의 조상이므로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판정할 수 없다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Q2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B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bow에서 비식별이고, Lemma 4.5.2에 따라 화살표를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더해도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비식별이 유지된다 (그림 4.63)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A가 틀린 이유: Z가 있다는 것만으로는 도움이 되지 않는다. 그래프-부분그래프 논리로 확정된다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Z는 X를 통해서만 Y로 이어지고, 조상 관계는 식별과 무관하다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Lemma 4.5.2로 판정할 수 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(오개념 교정)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다음 설명 중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틀린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비식별은 효과가 존재하지 않는다는 뜻이 아니다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증인 모델은 한 쌍이면 충분하다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P(z∣do(x))가 비식별이어도 P(y∣do(x))가 식별될 수 있다 (그림 4.65(c))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어떤 그래프에서 비식별이면, 거기서 화살표를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빼도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항상 비식별이다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Q3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D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(틀린 설명)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틀렸나: Lemma 4.5.2는 화살표를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더할 때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비식별이 유지된다고 말한다. 빼면 제약이 늘어 식별될 수도 있다 (반대로 식별은 화살표를 빼도 유지)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A: 맞다. 값이 하나로 정해지지 않을 뿐이다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B: 맞다. 식별은 ∀, 비식별은 ∃이다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C: 맞다. Z가 Y의 조상이 아니면 매핑 확장을 못 쓴다 (Lemma 4.5.5)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