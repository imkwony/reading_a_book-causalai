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4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1 — 왜 '인과 AI'인가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51560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Causal Artificial Intelligence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범위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PDF 13–35쪽 (인쇄 1–23) · Preface, 1.1–1.3.3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수준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입문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범위가 푸는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지금의 AI는 안전·설명·일반화에서 막히는가?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결론 한 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데이터 뒤의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인과 메커니즘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을 모르고 학습하기 때문이며, 이를 SCM과 인과 사다리(PCH)로 정식화한다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읽고 나면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보기·하기·상상하기의 차이를 설명하고, AI의 다섯 가지 도전을 인과 관점으로 말할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왜 필요한가 — 증상은 많은데 원인은 하나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관찰되는 증상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안전성·해석 가능성·설명 가능성 부족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표본 비효율, 확장성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약한 강건성과 일반화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의도와 어긋나는 생성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저자의 가설(Preface)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 문제들은 데이터 뒤의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인과 관계를 모르기 때문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에 생긴다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튜링의 오래된 목표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"경험에서 배우는 기계" — 그런데 '경험'이 정확히 무엇인지는 비어 있었다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용어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28600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02920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용어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한 줄 뜻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인과 지능 (causal intelligence)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인과 관계를 학습하고 활용하는 인지 능력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SCM (structural causal model)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세계의 인과 메커니즘을 '함수 + 불확실성'으로 적은 수학적 모델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PCH (Pearl Causal Hierarchy)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보기·하기·상상하기로 나뉘는 세 층의 질문 체계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에이전트 (agent)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환경과 상호작용하는 모든 주체 (의사, 로봇, 추천 시스템 …)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월드 모델 (world model)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이 책에서는 SCM 의미를 갖는 '인과 모델'을 가리킴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인과 지능: 아이는 작은 과학자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아이는 "만약 ~하면?", "왜?"를 묻고, 직접 만져 보며 가설을 검증한다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대응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묻기 = 인과 질문 · 만져 보기 = 개입 · 가설 = 인과 모델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책의 주장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계획, 책임 판단, 대안 상상, 환경 변화에 대한 일반화가 모두 이 능력 위에 선다 (1.1절)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아이의 직관은 형식화되어 있지 않다. 이 책은 그것을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수학·알고리즘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으로 다룬다는 점이 핵심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현실과 데이터는 다르다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현실(메커니즘)과 데이터(그림자)를 구분하고 둘을 형식적으로 연결하는 것이 책의 출발점 (1.2절)</a:t>
            </a:r>
          </a:p>
        </p:txBody>
      </p:sp>
      <p:pic>
        <p:nvPicPr>
          <p:cNvPr id="5" name="Picture 4" descr="d1_b_c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639" y="1737360"/>
            <a:ext cx="840641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인과 사다리(PCH)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같은 SCM에서 세 층의 질문이 생긴다 (1.2절, 표 1.1)</a:t>
            </a:r>
          </a:p>
        </p:txBody>
      </p:sp>
      <p:pic>
        <p:nvPicPr>
          <p:cNvPr id="5" name="Picture 4" descr="d1_c_p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84" y="1737360"/>
            <a:ext cx="981652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비유로 이해하기: 자전거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보기: 다른 사람이 타는 모습을 지켜본다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하기: 직접 올라타 페달을 밟아 본다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상상하기: "그때 핸들을 반대로 꺾었다면 넘어졌을까?"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대응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L1 관찰 · L2 개입 · L3 반사실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자전거 경험은 같은 사람이 쌓아 가지만, PCH의 층은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정보의 종류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가 다르다. 구경만 아무리 해도 L2 질문에 답할 수 없다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PCH는 '계산 난이도'와 다른 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97180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48640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위계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무엇을 제한하는가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54864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촘스키 위계 / P·NP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 b="1">
                          <a:solidFill>
                            <a:srgbClr val="8A1538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계산 자원</a:t>
                      </a:r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(시간·공간)으로 풀 수 있는 문제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PCH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 b="1">
                          <a:solidFill>
                            <a:srgbClr val="8A1538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어느 층의 정보를 가졌는가</a:t>
                      </a:r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. 계산도 데이터도 더 늘려도 상위 층은 못 넘는다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계산, 통계, 인과는 서로 </a:t>
            </a: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보완적인 세 축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에이전트와 환경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환경은 보이지 않는 SCM(M*), 에이전트는 부분적인 지식으로 추론한다 (1.3.1절)</a:t>
            </a:r>
          </a:p>
        </p:txBody>
      </p:sp>
      <p:pic>
        <p:nvPicPr>
          <p:cNvPr id="5" name="Picture 4" descr="d1_d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870" y="1737360"/>
            <a:ext cx="80399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책이 말하는 '월드 모델'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기준 3가지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개입을 가했을 때의 결과를 예측해야 한다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반사실 추론을 지원해야 한다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데이터로 검증·반증할 수 있어야 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그래서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단순히 '다음 상태를 맞히는 내부 예측기'는 이 기준에 못 미칠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주의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 기준은 책의 정의다. 다른 문헌의 '월드 모델'과 의미가 다를 수 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5 — AI의 다섯 가지 도전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각 도전이 책의 파트 하나에 대응한다 (1.3.2절)</a:t>
            </a:r>
          </a:p>
        </p:txBody>
      </p:sp>
      <p:pic>
        <p:nvPicPr>
          <p:cNvPr id="5" name="Picture 4" descr="d1_a_challe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501" y="1737360"/>
            <a:ext cx="945069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6 — 현재 AI를 인과 렌즈로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논리, 확률, 기계학습, 강화학습 각각의 위치와 한계 (1.3.3절)</a:t>
            </a:r>
          </a:p>
        </p:txBody>
      </p:sp>
      <p:pic>
        <p:nvPicPr>
          <p:cNvPr id="5" name="Picture 4" descr="d1_e_approa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411" y="1737360"/>
            <a:ext cx="940687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6 — sampling-distribution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세 요소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보이지 않는 진실(예: 확률분포) · 그 분포에서 뽑은 표본 · 진실을 복원하려는 절차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표본 평균이 모평균에 수렴한다는 대수의 법칙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고리의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'옳은 답'은 그 고리 안에서만 정의된다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질문과 데이터가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다른 분포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일 때는 고리 밖으로 나가야 한다 (Day 2에서 이어짐)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흔한 오해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2011680"/>
          </a:xfrm>
          <a:prstGeom prst="rect">
            <a:avLst/>
          </a:prstGeom>
          <a:noFill/>
        </p:spPr>
        <p:txBody>
          <a:bodyPr wrap="square" anchor="ctr" lIns="457200" rIns="457200" tIns="274320" bIns="274320">
            <a:spAutoFit/>
          </a:bodyPr>
          <a:lstStyle/>
          <a:p>
            <a:pPr algn="l"/>
            <a:r>
              <a:rPr sz="2400" i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❌ "데이터를 충분히 모으면 인과 질문에도 답할 수 있다"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640" y="2788920"/>
            <a:ext cx="60000" cy="201168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✅ L1 데이터의 양과 계산량을 늘려도 L2·L3 질문은 풀리지 않는다 (PCH가 계산 위계와 다른 축이기 때문)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"강화학습은 이미 인과적이다" → ✅ L2의 하나의 개입 분포 안에서 학습할 뿐이다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"신경망이 뇌를 모방하니 지능에 충분하다" → ✅ 현재 ML과 신경과학의 연결은 대체로 영감 수준이다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현재 AI의 한계는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인과 관계에 대한 무지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에서 나온다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현실(SCM)과 데이터(PCH의 분포)는 다르며, 둘을 형식적으로 잇는 것이 출발점이다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PCH의 세 층: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보기(L1)·하기(L2)·상상하기(L3)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에이전트는 조각난 지식으로 SCM에 대해 추론하고, 그 능력이 곧 인과 지능이다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다섯 도전이 이 책의 파트 II~VI이며, 다음 날은 이들을 하나의 엔진과 책 지도로 묶는다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(개념 확인)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이 책이 말하는 '인과 지능'에 가장 가까운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대규모 데이터에서 패턴을 가장 잘 찾아내는 능력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인과 관계를 학습하고 활용하는 인지 능력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주어진 규칙에서 정답을 연역해 내는 능력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사람의 말투와 행동을 그럴듯하게 흉내 내는 능력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Q1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B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책은 인과 지능을 "인과 관계를 배우고 이용하는 인지 능력"으로 정의한다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A가 틀린 이유: 패턴 발견은 L1 연관성에 해당하며 인과가 아니다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연역 추론은 논리 접근의 특징이다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모방은 튜링 테스트식 관점이며, 책은 규범적 설계를 택한다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(적용)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병원 기록에 "아스피린을 먹은 환자가 두통이 덜했다"는 관찰만 있다. "내가 지금 아스피린을 먹으면 두통이 나을까?"에 대해 맞는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L1 질문이며, 이 기록으로 충분히 답할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L2 질문이며, 이 기록만으로는 일반적으로 답할 수 없다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L3 질문이며, 기록이 많을수록 정확히 답할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질문이 아니라 사실이므로 추론이 필요 없다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Q2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B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직접 해 보는 행동의 효과는 P(y | do(x)), 곧 L2다. 관찰(L1)만으로는 일반적으로 답할 수 없고 인과 가정이 필요하다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A가 틀린 이유: 관찰의 연관성은 약을 먹은 사람들의 다른 특성이 섞였을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L3는 '그때 안 먹었다면'의 질문이다. 기록량을 늘려도 층이 올라가지 않는다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관찰은 사실이지만 질문은 행동의 결과를 묻고 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(오개념 교정)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다음 중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틀린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설명은?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PCH의 세 층은 같은 SCM에서 나온다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데이터를 충분히 모으면 L1 데이터만으로도 L3 질문에 답할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계산 자원을 늘려도 상위 층 질문에 답하지 못할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강화학습은 L2의 개입 분포 안에서 학습하는 방법으로 볼 수 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Q3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B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(틀린 설명)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틀렸나: 책은 계산도 데이터량도 층 사이의 간극을 메우지 못한다고 말한다. 이를 2장의 인과 계층 정리(CHT)가 정식화한다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A: 맞다. SCM이 PCH를 낳는다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C: 맞다. PCH는 계산 위계와 다른 축이다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D: 맞다. 하나의 do(X=x) 분포 안의 추론이라는 한계가 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